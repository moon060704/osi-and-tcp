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47F5B-22FC-3CC8-6A42-AEF2F011F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6F7032-D839-3481-8ADC-4AF18D31C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0A9EA8-BDF1-F5C4-F309-B61642D9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49DC74-4934-DB2A-6E35-F860DB65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32AB14-5423-2268-D6FF-F609E15D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7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41F4B-70BE-BB06-9210-A1CE746A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8DED4-4FFE-0F02-1217-B11B4D6E9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5EDFF-A7AA-A020-3811-13CDCD57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6E1C4-2B22-2881-BD4E-0AC90AC4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2E09D-0F40-E01F-FB4C-8285781F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5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40DC9-D85F-10A7-D81D-83799144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784568-EF7E-4A26-81A7-F4AFF332F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9CDC8-5490-3F19-D471-19EBBA0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4F648-9A96-8C5F-8F67-69257440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F5086D-6CF0-6F9D-43D9-D488A8BE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36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CDA0C-D022-0D3C-89C4-0E97A7247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F9EB3F-13D5-0A9F-667E-EADCA248F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0C4EF5-5822-C5B8-0888-B231250DD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C80D35-BEFB-D6B1-EF47-820E5002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69D6E-684D-1A66-CBBF-22BDEDAF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928CBE-2245-6636-BD96-86D506FE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55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B54AF-8B1E-4FDB-6EF3-C583C3A6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C092FF-E09C-CE4E-6995-E653564C8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5AE645-1086-68E9-9738-9F756A1AF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BC71A8-9B0D-84BE-B166-D62AFFDA0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2972E2-16C7-577F-4E0B-7F48D4F7F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8FDF5C-9884-15A6-A3B4-D8080B60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52DB1E-378B-3779-D3B7-1C19EDC8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809547-70BC-83D9-FDD6-C23D2ACC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52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E4FCD0-B1E1-F2A2-BA52-571D6E03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A05CAF-F843-4248-EA62-E1830849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F8EF44-F315-08A0-AA94-D4948839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2B2506-9B9E-E7A3-D04F-D144A20B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543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0F713E-25C2-5936-D232-55F84903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9F1B7B-8F08-8475-2690-4AE1024D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4929A-4E59-B9D1-3F0A-B130B6EE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1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D0139-8490-16E6-9F4E-E6CD2849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A3BDB-BF50-92E9-2B4D-2E6F33388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EEE5AA-DB15-1CBD-D3A0-3A1B5643F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096098-F886-D293-A4CA-022FF88F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DAA530-15B5-82A9-8F98-817C1A4A9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384167-DEFD-0EA1-500F-B50D9710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37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DADC7-780E-EE08-5A63-731FEC27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749285-910A-091F-4C71-845CDEB1D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47832-C4E7-E7D9-43E6-3EDEA1177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C2A6F8-5533-FF0A-4C07-899C66B2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FDBF41-01B9-6FB9-860E-E4AC529D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64C2B7-B167-A824-82B6-E7A393F7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2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ABB72-89B6-8015-913E-CEBC29FE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5CF6B4-4847-E979-217C-4531517FA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4CE24-C428-0E51-F34C-10C8E8A2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ADD30-A95F-C90B-443D-81F6674E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DA7E4-0BA6-D7CA-5D7E-5ADCEF8B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33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B63E42-9025-BFE1-1D26-CC95405AB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92ED30-B62C-2A63-8BA9-EF407BAB7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8184B-91DB-789C-50C7-3C43344E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BBC4F-7A2C-AAF0-8373-EA522905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3D8EA-9D8E-2986-EFE2-4969DB13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20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305947-1229-5A74-A0BD-610AB25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ECD4BD-D006-CCD4-A100-7A95163C9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D2A80-3F32-ED7D-4B0B-F3CCF3E55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BE34D-5EF7-4E57-A772-97427613743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6638C-ECF5-BFE9-B59F-EE184DE30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5FBBBF-4CBA-4999-17C1-92CA5CBD1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0CC69-9A5F-4F9A-B811-483C99BF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C7FF047-03AB-19CB-4E71-99D9F429E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493278"/>
              </p:ext>
            </p:extLst>
          </p:nvPr>
        </p:nvGraphicFramePr>
        <p:xfrm>
          <a:off x="69011" y="126521"/>
          <a:ext cx="11829690" cy="6691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938">
                  <a:extLst>
                    <a:ext uri="{9D8B030D-6E8A-4147-A177-3AD203B41FA5}">
                      <a16:colId xmlns:a16="http://schemas.microsoft.com/office/drawing/2014/main" val="2944047050"/>
                    </a:ext>
                  </a:extLst>
                </a:gridCol>
                <a:gridCol w="2365938">
                  <a:extLst>
                    <a:ext uri="{9D8B030D-6E8A-4147-A177-3AD203B41FA5}">
                      <a16:colId xmlns:a16="http://schemas.microsoft.com/office/drawing/2014/main" val="1256936181"/>
                    </a:ext>
                  </a:extLst>
                </a:gridCol>
                <a:gridCol w="2365938">
                  <a:extLst>
                    <a:ext uri="{9D8B030D-6E8A-4147-A177-3AD203B41FA5}">
                      <a16:colId xmlns:a16="http://schemas.microsoft.com/office/drawing/2014/main" val="1671135985"/>
                    </a:ext>
                  </a:extLst>
                </a:gridCol>
                <a:gridCol w="2365938">
                  <a:extLst>
                    <a:ext uri="{9D8B030D-6E8A-4147-A177-3AD203B41FA5}">
                      <a16:colId xmlns:a16="http://schemas.microsoft.com/office/drawing/2014/main" val="4210395638"/>
                    </a:ext>
                  </a:extLst>
                </a:gridCol>
                <a:gridCol w="2365938">
                  <a:extLst>
                    <a:ext uri="{9D8B030D-6E8A-4147-A177-3AD203B41FA5}">
                      <a16:colId xmlns:a16="http://schemas.microsoft.com/office/drawing/2014/main" val="3092498545"/>
                    </a:ext>
                  </a:extLst>
                </a:gridCol>
              </a:tblGrid>
              <a:tr h="820947">
                <a:tc>
                  <a:txBody>
                    <a:bodyPr/>
                    <a:lstStyle/>
                    <a:p>
                      <a:pPr algn="ctr" latinLnBrk="1"/>
                      <a:endParaRPr lang="ko-KR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TCP/IP</a:t>
                      </a:r>
                      <a:r>
                        <a:rPr lang="ko-KR" altLang="en-US" sz="2800" dirty="0"/>
                        <a:t> </a:t>
                      </a:r>
                      <a:r>
                        <a:rPr lang="en-US" altLang="ko-KR" sz="2800" dirty="0"/>
                        <a:t>Layer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Other</a:t>
                      </a:r>
                      <a:r>
                        <a:rPr lang="ko-KR" altLang="en-US" sz="2800" dirty="0"/>
                        <a:t> </a:t>
                      </a:r>
                      <a:r>
                        <a:rPr lang="en-US" altLang="ko-KR" sz="2800" dirty="0"/>
                        <a:t>Protocol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913773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L7</a:t>
                      </a:r>
                      <a:r>
                        <a:rPr lang="ko-KR" altLang="en-US" sz="2800" dirty="0"/>
                        <a:t> </a:t>
                      </a:r>
                      <a:r>
                        <a:rPr lang="en-US" altLang="ko-KR" sz="2800" dirty="0"/>
                        <a:t>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HTTPS, FTP, Telnet, SSH, DNS, 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784503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930794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07753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L4 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UDP, ICMP(?)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2837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L3 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IP6,ARP(?),..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6437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 L2 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Ethernet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PPP,HDLC,..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194773"/>
                  </a:ext>
                </a:extLst>
              </a:tr>
              <a:tr h="82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420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84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69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j.hmoon@hanmail.net</dc:creator>
  <cp:lastModifiedBy>j.hmoon@hanmail.net</cp:lastModifiedBy>
  <cp:revision>3</cp:revision>
  <dcterms:created xsi:type="dcterms:W3CDTF">2026-03-18T07:45:01Z</dcterms:created>
  <dcterms:modified xsi:type="dcterms:W3CDTF">2026-03-18T08:47:07Z</dcterms:modified>
</cp:coreProperties>
</file>